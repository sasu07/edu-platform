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E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2560320" cy="2560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1097280"/>
            <a:ext cx="1463040" cy="14630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029200"/>
            <a:ext cx="1280160" cy="12801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EtoX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93C5FD"/>
                </a:solidFill>
                <a:latin typeface="Calibri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BFE"/>
                </a:solidFill>
                <a:latin typeface="Calibri"/>
              </a:rPr>
              <a:t>Platforma digitală de pregătire pentru 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DD3FC"/>
                </a:solidFill>
                <a:latin typeface="Calibri"/>
              </a:rPr>
              <a:t>Exerciții · Sesiuni de studiu · Monitorizare · Ajutor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  <a:latin typeface="Calibri"/>
              </a:rPr>
              <a:t>Pregătit de EtoX Academy  •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263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FDBFE"/>
                </a:solidFill>
                <a:latin typeface="Calibri"/>
              </a:rPr>
              <a:t>Prezentare pentru părinți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 ce EtoX?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O platformă construită pentru succesul elevului la 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54864" cy="1929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827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50876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Exerciții BAC autentice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5623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Baza de date cu exerciții din examene reale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122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Filtrate pe subiect, dificultate și profil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682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Actualizate continuu cu subiecte noi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27048"/>
            <a:ext cx="54864" cy="19293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90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827"/>
                </a:solidFill>
                <a:latin typeface="Calibri"/>
              </a:rPr>
              <a:t>👨‍🏫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50876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Profesor uman, nu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85623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Soluțiile elevilor sunt verificate de profesori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1122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Feedback personalizat pe fiecare soluție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236829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Sesiuni live la cerere pentru blocaje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4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58768"/>
            <a:ext cx="54864" cy="19293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22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827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84048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Monitorizare în timp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18795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Părintele vede tot progresul copilului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44398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Grafice de activitate zilnică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000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Notificări la fiecare etapă importantă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74904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858768"/>
            <a:ext cx="54864" cy="19293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822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827"/>
                </a:solidFill>
                <a:latin typeface="Calibri"/>
              </a:rPr>
              <a:t>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84048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Sistem de motivare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418795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XP, nivele și badge-uri pentru progres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444398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Streak zilnic — recompensează constanța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47000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• Plan săptămânal cu countdown la BAC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Fluxul elevului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Cum lucrează un elev în platformă — pas cu 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9768" y="152704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5184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Generează exerciții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5184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Selectează subiectul, dificultatea și profileul dorit. Platforma generează un set personalizat.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648" y="152704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5184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Rezolvă exercițiul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64792"/>
            <a:ext cx="5184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Lucrează pe foaie. Poate vedea rezolvarea pentru a verifica metoda.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1460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" y="262432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5184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Trimite soluția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62072"/>
            <a:ext cx="5184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Fotografiază sau scanează foaia și o încarcă în platformă pentru verificare.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262432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606040"/>
            <a:ext cx="5184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Primește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862072"/>
            <a:ext cx="5184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Profesorul corectează și marchează soluția. Dacă e corectă, exercițiul devine rezolvat.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768" y="372160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5184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Câștigă XP și avansezi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59352"/>
            <a:ext cx="5184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Fiecare exercițiu rezolvat aduce XP. Crești în nivel: Debutant → Aspirant → Elite → BAC Ready.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1188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7648" y="372160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03320"/>
            <a:ext cx="5184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Planifică sesiuni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959352"/>
            <a:ext cx="5184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Setează sesiuni de studiu săptămânale (10 sau 25 exerciții) și urmărești countdown-ul la BAC.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Fluxul profesorului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Cum interacționează profesorul cu elevii în platformă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9768" y="15270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Primește notificare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Imediat ce un elev încarcă o soluție, profesorul este notificat în platformă.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648" y="152704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Preia submisiile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6479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Poate prelua toate submisiile in asteptare dintr-un singur click - Preia toate.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1460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" y="26243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Corectează soluția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6207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Vede soluția elevului, poate adăuga o notă și marchează: Corect sau Incorect.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262432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606040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Încarcă fișier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86207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Poate atașa un PDF sau imagine cu rezolvarea detaliată pentru elev.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768" y="3721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Răspunde la cereri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5935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Când un elev cere ajutor live (premium), profesorul setează o dată/oră și un link Zoom.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11880"/>
            <a:ext cx="5760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27648" y="3721608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03320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Planifică pentru elevi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959352"/>
            <a:ext cx="5047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Profesorul poate adăuga sesiuni de studiu în calendarul oricărui elev.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Fluxul părintelui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Vizibilitate completă asupra activității copilului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3949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3949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📊 Ce vede părintele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Activitate zilnică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Grafic cu exerciții rezolvate în ultimele 30 de zile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Progres pe subiecte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Câte exerciții rezolvate din S1, S2,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38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Sesiuni de studiu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941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Ultimele sesiuni: tip, durată, % completare, XP câștigat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513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Nivel și 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074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Nivelul actual al elevului și progresul spre BAC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646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64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Sesiuni live programate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Vede când are elevul sesiune live cu profesorul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77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Notificări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338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Primește notificare când e programată o sesiune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417320"/>
            <a:ext cx="5833872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417320"/>
            <a:ext cx="5833872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43560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🔗 Cum funcționează legătura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205740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07568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Elevul intra in contul sau si acceseaza sectiunea "Parintii mei"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288036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8986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Introduce adresa de email a parintelui si salveaza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370332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72160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Parintele primeste acces automat la dashboard-ul de progres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52628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5445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Legatura poate fi eliminata oricand de elev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5120640"/>
            <a:ext cx="5833872" cy="137160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💡 Confidențialitate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5321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Părintele vede DOAR statistici și activitate — nu are acces la exerciții, soluții sau conversații cu profesorul.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Motivare prin gamificare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XP, nivele și badge-uri care fac studiul captivant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Nivelele de progres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214884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4151"/>
                </a:solidFill>
                <a:latin typeface="Calibri"/>
              </a:rPr>
              <a:t>⭐  Debutant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0 XP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2267712"/>
            <a:ext cx="2148840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85623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🔥  Aspirant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158191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500 XP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2157984"/>
            <a:ext cx="2148840" cy="14081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174650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⚡  Competitor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14721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1.500 XP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2048256"/>
            <a:ext cx="2148840" cy="15179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163677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💎  Elite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136245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4.000 XP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9488" y="1938528"/>
            <a:ext cx="2148840" cy="16276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152704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🏆  BAC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12527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  <a:latin typeface="Calibri"/>
              </a:rPr>
              <a:t>8.000 XP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30168"/>
            <a:ext cx="111099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86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Cum se câștigă XP?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5577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16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Trimitere soluție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09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Elev încarcă foto soluție → intră în verificare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343400"/>
            <a:ext cx="5577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416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Aprobare profesor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709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Profesorul marchează soluția Corectă → XP complet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94960"/>
            <a:ext cx="5577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6811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Sesiune completată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60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+20 XP (test scurt) sau +50 XP (test BAC ≥80%)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394960"/>
            <a:ext cx="5577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827"/>
                </a:solidFill>
                <a:latin typeface="Calibri"/>
              </a:rPr>
              <a:t>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46811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Streak zilnic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760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Bonus +20% XP la exerciții dacă streak ≥ 3 zile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Sesiuni de studiu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Structura eficientă a muncii — test scurt sau test 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⚡  Test Scurt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10 exerciții selectate aleatoriu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Limită de timp: 60 minute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95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Timer live vizibil pe ecran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398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Bonus XP: +20 la finalizare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70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Ideal pentru antrenament zilnic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577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57784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🏆  Test 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~25 exerciții complete (similar examen real)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79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Limită de timp: 3 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95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Simulare condiții de examen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398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Bonus XP: +50 dacă ≥80% completare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70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Ideal pentru pregătire finală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94960"/>
            <a:ext cx="11475720" cy="11430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468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  <a:latin typeface="Calibri"/>
              </a:rPr>
              <a:t>📈  La finalul fiecărei sesiuni elevul vede: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Exerciții rezolvate /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Timp petrecut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% completare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• XP câștigat + bonus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Plan săptămânal &amp;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Organizare și disciplină în pregătire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5361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4151"/>
                </a:solidFill>
                <a:latin typeface="Calibri"/>
              </a:rPr>
              <a:t>Lun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1096" y="1463040"/>
            <a:ext cx="1536192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1096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  <a:latin typeface="Calibri"/>
              </a:rPr>
              <a:t>Mar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1874520"/>
            <a:ext cx="138988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4248" y="1892808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⚡ Test Scurt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463040"/>
            <a:ext cx="15361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4151"/>
                </a:solidFill>
                <a:latin typeface="Calibri"/>
              </a:rPr>
              <a:t>Mie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3208" y="1463040"/>
            <a:ext cx="15361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4151"/>
                </a:solidFill>
                <a:latin typeface="Calibri"/>
              </a:rPr>
              <a:t>Joi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874520"/>
            <a:ext cx="138988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892808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📹 Live cu prof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84264" y="1463040"/>
            <a:ext cx="15361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4151"/>
                </a:solidFill>
                <a:latin typeface="Calibri"/>
              </a:rPr>
              <a:t>Vin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463040"/>
            <a:ext cx="15361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4151"/>
                </a:solidFill>
                <a:latin typeface="Calibri"/>
              </a:rPr>
              <a:t>Sam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8472" y="1874520"/>
            <a:ext cx="138988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892808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🏆 Test BAC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66376" y="1463040"/>
            <a:ext cx="15361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6376" y="153619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4151"/>
                </a:solidFill>
                <a:latin typeface="Calibri"/>
              </a:rPr>
              <a:t>Dum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136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Planificare săptămânală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966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Elevul sau profesorul adaugă sesiuni în calendar.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Countdown 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73752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Numărătoare inversă live până la data BAC 2026.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218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👨‍🏫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218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Sesiuni de la profesor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Profesorul poate programa sesiuni direct în calendarul elevului.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2589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Calibri"/>
              </a:rPr>
              <a:t>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0258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Ajutor live în 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2819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Sesiunile live apar vizibil diferențiat (mov) în calendar.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Ajutor live cu profesorul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Când elevul se blochează, profesorul intervine în timp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554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Elevul se blochează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4708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Apasă 'M-am blocat' pe exercițiu și descrie problema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61848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554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Cer ajutor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4708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Cu abonament Premium: trimite cerere de sesiune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8036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73152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3035808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9718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Profesorul preia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26440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Vede cererea în dashboard și o acceptă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88036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3035808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9718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Programează sesiunea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26440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Setează data, ora și link-ul Zoom/Meet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29768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29768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44531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4389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Elevul e notificat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6817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Primește notificare + apare în calendarul său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29768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29768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0" y="4453128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389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Părintele e notificat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6817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Primește notificare cu data și ora sesiunii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080760"/>
            <a:ext cx="11475720" cy="54864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C3AED"/>
                </a:solidFill>
                <a:latin typeface="Calibri"/>
              </a:rPr>
              <a:t>🔒  Ajutorul live este disponibil exclusiv abonaților Premium. Abonamentul poate fi activat de administrator sau școală.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Tipuri de acces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Ce include fiecare nivel de abonament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035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03520" cy="6858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Gratuit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Generare exerciții (limitat)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Vizualizare rezolvări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Autoevaluare soluții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Gamificare (XP, nivele)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Plan săptămânal de bază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Calibri"/>
              </a:rPr>
              <a:t>✗  Verificare soluții de profesor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Calibri"/>
              </a:rPr>
              <a:t>✗  Ajutor live cu profesor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444"/>
                </a:solidFill>
                <a:latin typeface="Calibri"/>
              </a:rPr>
              <a:t>✗  Download variante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417320"/>
            <a:ext cx="5303520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417320"/>
            <a:ext cx="53035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⭐ RECOMANDAT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5819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286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Generare exerciții nelimitată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Verificare soluții de profesor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Feedback personalizat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94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Ajutor live cu profesor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Download variante BAC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00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Plan săptămânal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303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Statistici detaliate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806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  <a:latin typeface="Calibri"/>
              </a:rPr>
              <a:t>✓  Monitorizare pentru părinți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640080"/>
            <a:ext cx="2743200" cy="2743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EtoX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3C5FD"/>
                </a:solidFill>
                <a:latin typeface="Calibri"/>
              </a:rPr>
              <a:t>Pregătirea pentru BAC devine mai simplă, mai organizată și mai motivantă.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2560320" cy="1645920"/>
          </a:xfrm>
          <a:prstGeom prst="rect">
            <a:avLst/>
          </a:prstGeom>
          <a:solidFill>
            <a:srgbClr val="1E295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11827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Exerciții autentice
filtrate pe nevoile elevului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1E295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11827"/>
                </a:solidFill>
                <a:latin typeface="Calibri"/>
              </a:rP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Verificare umană
feedback personalizat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2560320" cy="1645920"/>
          </a:xfrm>
          <a:prstGeom prst="rect">
            <a:avLst/>
          </a:prstGeom>
          <a:solidFill>
            <a:srgbClr val="1E295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11827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Monitorizare completă
pentru părinți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017520"/>
            <a:ext cx="2560320" cy="1645920"/>
          </a:xfrm>
          <a:prstGeom prst="rect">
            <a:avLst/>
          </a:prstGeom>
          <a:solidFill>
            <a:srgbClr val="1E295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11827"/>
                </a:solidFill>
                <a:latin typeface="Calibri"/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11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Motivare prin
gamificare &amp; 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Mulțumim!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3C5FD"/>
                </a:solidFill>
                <a:latin typeface="Calibri"/>
              </a:rPr>
              <a:t>Pentru întrebări și acces: contact@etox.ro  •  etox.ro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  <a:latin typeface="Calibri"/>
              </a:rPr>
              <a:t>© 2026 EtoX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